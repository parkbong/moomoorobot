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0691813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80" autoAdjust="0"/>
    <p:restoredTop sz="94660"/>
  </p:normalViewPr>
  <p:slideViewPr>
    <p:cSldViewPr snapToGrid="0">
      <p:cViewPr varScale="1">
        <p:scale>
          <a:sx n="183" d="100"/>
          <a:sy n="183" d="100"/>
        </p:scale>
        <p:origin x="1666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197"/>
            <a:ext cx="908804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42B2A-9F7B-4A46-AD22-C6CE9A646587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99837-A82D-4F09-9712-30BD0FF8D1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9975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42B2A-9F7B-4A46-AD22-C6CE9A646587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99837-A82D-4F09-9712-30BD0FF8D1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8198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/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42B2A-9F7B-4A46-AD22-C6CE9A646587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99837-A82D-4F09-9712-30BD0FF8D1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1627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414"/>
            <a:ext cx="4544021" cy="479654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42B2A-9F7B-4A46-AD22-C6CE9A646587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99837-A82D-4F09-9712-30BD0FF8D1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9632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484"/>
            <a:ext cx="9221689" cy="146118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7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7" cy="406157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42B2A-9F7B-4A46-AD22-C6CE9A646587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99837-A82D-4F09-9712-30BD0FF8D1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0239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42B2A-9F7B-4A46-AD22-C6CE9A646587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99837-A82D-4F09-9712-30BD0FF8D1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7953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42B2A-9F7B-4A46-AD22-C6CE9A646587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99837-A82D-4F09-9712-30BD0FF8D1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8526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42B2A-9F7B-4A46-AD22-C6CE9A646587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99837-A82D-4F09-9712-30BD0FF8D1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5982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42B2A-9F7B-4A46-AD22-C6CE9A646587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99837-A82D-4F09-9712-30BD0FF8D1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5329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42B2A-9F7B-4A46-AD22-C6CE9A646587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99837-A82D-4F09-9712-30BD0FF8D1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7664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42B2A-9F7B-4A46-AD22-C6CE9A646587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99837-A82D-4F09-9712-30BD0FF8D1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15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C42B2A-9F7B-4A46-AD22-C6CE9A646587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99837-A82D-4F09-9712-30BD0FF8D1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0509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07943" rtl="0" eaLnBrk="1" latinLnBrk="1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1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492964C-D234-4203-BFDA-8D51ABF63786}"/>
              </a:ext>
            </a:extLst>
          </p:cNvPr>
          <p:cNvSpPr/>
          <p:nvPr/>
        </p:nvSpPr>
        <p:spPr>
          <a:xfrm>
            <a:off x="3365906" y="1079837"/>
            <a:ext cx="3960000" cy="54000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5AC89C62-DEED-422D-9640-804E2FAFD95D}"/>
              </a:ext>
            </a:extLst>
          </p:cNvPr>
          <p:cNvSpPr/>
          <p:nvPr/>
        </p:nvSpPr>
        <p:spPr>
          <a:xfrm>
            <a:off x="3905906" y="1932167"/>
            <a:ext cx="2880000" cy="3287670"/>
          </a:xfrm>
          <a:custGeom>
            <a:avLst/>
            <a:gdLst>
              <a:gd name="connsiteX0" fmla="*/ 529410 w 2880000"/>
              <a:gd name="connsiteY0" fmla="*/ 0 h 3287670"/>
              <a:gd name="connsiteX1" fmla="*/ 2350590 w 2880000"/>
              <a:gd name="connsiteY1" fmla="*/ 0 h 3287670"/>
              <a:gd name="connsiteX2" fmla="*/ 2350590 w 2880000"/>
              <a:gd name="connsiteY2" fmla="*/ 732470 h 3287670"/>
              <a:gd name="connsiteX3" fmla="*/ 2355974 w 2880000"/>
              <a:gd name="connsiteY3" fmla="*/ 736496 h 3287670"/>
              <a:gd name="connsiteX4" fmla="*/ 2880000 w 2880000"/>
              <a:gd name="connsiteY4" fmla="*/ 1847670 h 3287670"/>
              <a:gd name="connsiteX5" fmla="*/ 1440000 w 2880000"/>
              <a:gd name="connsiteY5" fmla="*/ 3287670 h 3287670"/>
              <a:gd name="connsiteX6" fmla="*/ 0 w 2880000"/>
              <a:gd name="connsiteY6" fmla="*/ 1847670 h 3287670"/>
              <a:gd name="connsiteX7" fmla="*/ 524027 w 2880000"/>
              <a:gd name="connsiteY7" fmla="*/ 736496 h 3287670"/>
              <a:gd name="connsiteX8" fmla="*/ 529410 w 2880000"/>
              <a:gd name="connsiteY8" fmla="*/ 732470 h 3287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80000" h="3287670">
                <a:moveTo>
                  <a:pt x="529410" y="0"/>
                </a:moveTo>
                <a:lnTo>
                  <a:pt x="2350590" y="0"/>
                </a:lnTo>
                <a:lnTo>
                  <a:pt x="2350590" y="732470"/>
                </a:lnTo>
                <a:lnTo>
                  <a:pt x="2355974" y="736496"/>
                </a:lnTo>
                <a:cubicBezTo>
                  <a:pt x="2676010" y="1000613"/>
                  <a:pt x="2880000" y="1400320"/>
                  <a:pt x="2880000" y="1847670"/>
                </a:cubicBezTo>
                <a:cubicBezTo>
                  <a:pt x="2880000" y="2642960"/>
                  <a:pt x="2235290" y="3287670"/>
                  <a:pt x="1440000" y="3287670"/>
                </a:cubicBezTo>
                <a:cubicBezTo>
                  <a:pt x="644710" y="3287670"/>
                  <a:pt x="0" y="2642960"/>
                  <a:pt x="0" y="1847670"/>
                </a:cubicBezTo>
                <a:cubicBezTo>
                  <a:pt x="0" y="1400320"/>
                  <a:pt x="203990" y="1000613"/>
                  <a:pt x="524027" y="736496"/>
                </a:cubicBezTo>
                <a:lnTo>
                  <a:pt x="529410" y="73247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E37C25A6-D16C-417E-8F78-47485B630698}"/>
              </a:ext>
            </a:extLst>
          </p:cNvPr>
          <p:cNvSpPr/>
          <p:nvPr/>
        </p:nvSpPr>
        <p:spPr>
          <a:xfrm>
            <a:off x="5255906" y="3689837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9372DF-53A8-4BF5-BB96-FB4778BDBAB8}"/>
              </a:ext>
            </a:extLst>
          </p:cNvPr>
          <p:cNvSpPr txBox="1"/>
          <p:nvPr/>
        </p:nvSpPr>
        <p:spPr>
          <a:xfrm>
            <a:off x="4888230" y="3340339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Robot</a:t>
            </a: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8901514D-A06F-4AE8-AB90-4B0F79AC8053}"/>
              </a:ext>
            </a:extLst>
          </p:cNvPr>
          <p:cNvCxnSpPr/>
          <p:nvPr/>
        </p:nvCxnSpPr>
        <p:spPr>
          <a:xfrm>
            <a:off x="5345906" y="3779837"/>
            <a:ext cx="0" cy="28800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74FDCFE9-0984-41F9-A9EA-BED0D1836001}"/>
              </a:ext>
            </a:extLst>
          </p:cNvPr>
          <p:cNvCxnSpPr>
            <a:cxnSpLocks/>
          </p:cNvCxnSpPr>
          <p:nvPr/>
        </p:nvCxnSpPr>
        <p:spPr>
          <a:xfrm>
            <a:off x="5345906" y="3779837"/>
            <a:ext cx="2880000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타원 16">
            <a:extLst>
              <a:ext uri="{FF2B5EF4-FFF2-40B4-BE49-F238E27FC236}">
                <a16:creationId xmlns:a16="http://schemas.microsoft.com/office/drawing/2014/main" id="{A090F5E2-1A96-42A4-908B-3F96BAB2B487}"/>
              </a:ext>
            </a:extLst>
          </p:cNvPr>
          <p:cNvSpPr/>
          <p:nvPr/>
        </p:nvSpPr>
        <p:spPr>
          <a:xfrm>
            <a:off x="1269270" y="3716836"/>
            <a:ext cx="126000" cy="126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60C80167-5390-4A9F-9524-A89ADEA4BB6C}"/>
              </a:ext>
            </a:extLst>
          </p:cNvPr>
          <p:cNvCxnSpPr/>
          <p:nvPr/>
        </p:nvCxnSpPr>
        <p:spPr>
          <a:xfrm>
            <a:off x="1332270" y="3779837"/>
            <a:ext cx="0" cy="3600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5F6585D0-CD11-495C-AD89-EAA1E2BD724A}"/>
              </a:ext>
            </a:extLst>
          </p:cNvPr>
          <p:cNvCxnSpPr>
            <a:cxnSpLocks/>
          </p:cNvCxnSpPr>
          <p:nvPr/>
        </p:nvCxnSpPr>
        <p:spPr>
          <a:xfrm flipH="1">
            <a:off x="972270" y="3780154"/>
            <a:ext cx="360000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7F53E38-8003-4367-A24A-678700B0C9A7}"/>
                  </a:ext>
                </a:extLst>
              </p:cNvPr>
              <p:cNvSpPr txBox="1"/>
              <p:nvPr/>
            </p:nvSpPr>
            <p:spPr>
              <a:xfrm>
                <a:off x="4888230" y="6600839"/>
                <a:ext cx="914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ko-KR" altLang="en-US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7F53E38-8003-4367-A24A-678700B0C9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8230" y="6600839"/>
                <a:ext cx="91440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991456E-6E29-45E5-9BC1-255A35C204AD}"/>
                  </a:ext>
                </a:extLst>
              </p:cNvPr>
              <p:cNvSpPr txBox="1"/>
              <p:nvPr/>
            </p:nvSpPr>
            <p:spPr>
              <a:xfrm>
                <a:off x="7911846" y="3576002"/>
                <a:ext cx="914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ko-KR" altLang="en-US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991456E-6E29-45E5-9BC1-255A35C204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1846" y="3576002"/>
                <a:ext cx="914400" cy="36933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5666431-9129-4F5E-A8C2-3E0E5FA0CA9B}"/>
                  </a:ext>
                </a:extLst>
              </p:cNvPr>
              <p:cNvSpPr txBox="1"/>
              <p:nvPr/>
            </p:nvSpPr>
            <p:spPr>
              <a:xfrm>
                <a:off x="875070" y="4043531"/>
                <a:ext cx="91440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ko-KR" altLang="en-US" sz="10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5666431-9129-4F5E-A8C2-3E0E5FA0C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070" y="4043531"/>
                <a:ext cx="914400" cy="2462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9D0181E-A212-45F7-A6F8-CC6F99EF060C}"/>
                  </a:ext>
                </a:extLst>
              </p:cNvPr>
              <p:cNvSpPr txBox="1"/>
              <p:nvPr/>
            </p:nvSpPr>
            <p:spPr>
              <a:xfrm>
                <a:off x="650940" y="3652097"/>
                <a:ext cx="47250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ko-KR" altLang="en-US" sz="1000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9D0181E-A212-45F7-A6F8-CC6F99EF06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940" y="3652097"/>
                <a:ext cx="472501" cy="24622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타원 24">
            <a:extLst>
              <a:ext uri="{FF2B5EF4-FFF2-40B4-BE49-F238E27FC236}">
                <a16:creationId xmlns:a16="http://schemas.microsoft.com/office/drawing/2014/main" id="{6CAEAD86-37AD-46C0-958D-79B396304C38}"/>
              </a:ext>
            </a:extLst>
          </p:cNvPr>
          <p:cNvSpPr/>
          <p:nvPr/>
        </p:nvSpPr>
        <p:spPr>
          <a:xfrm>
            <a:off x="5291430" y="3725836"/>
            <a:ext cx="108000" cy="1080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9D4960DF-6D3C-4F7C-948C-77FA710640EF}"/>
              </a:ext>
            </a:extLst>
          </p:cNvPr>
          <p:cNvCxnSpPr>
            <a:stCxn id="17" idx="3"/>
            <a:endCxn id="17" idx="7"/>
          </p:cNvCxnSpPr>
          <p:nvPr/>
        </p:nvCxnSpPr>
        <p:spPr>
          <a:xfrm flipV="1">
            <a:off x="1287722" y="3735288"/>
            <a:ext cx="89096" cy="89096"/>
          </a:xfrm>
          <a:prstGeom prst="line">
            <a:avLst/>
          </a:prstGeom>
          <a:ln w="127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75AC5EB4-662D-4918-B6E3-630CEC0AA269}"/>
              </a:ext>
            </a:extLst>
          </p:cNvPr>
          <p:cNvCxnSpPr>
            <a:cxnSpLocks/>
            <a:stCxn id="17" idx="5"/>
            <a:endCxn id="17" idx="1"/>
          </p:cNvCxnSpPr>
          <p:nvPr/>
        </p:nvCxnSpPr>
        <p:spPr>
          <a:xfrm flipH="1" flipV="1">
            <a:off x="1287722" y="3735288"/>
            <a:ext cx="89096" cy="89096"/>
          </a:xfrm>
          <a:prstGeom prst="line">
            <a:avLst/>
          </a:prstGeom>
          <a:ln w="127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7489760-2C57-4E4D-A5A0-A1C24D023291}"/>
              </a:ext>
            </a:extLst>
          </p:cNvPr>
          <p:cNvSpPr txBox="1"/>
          <p:nvPr/>
        </p:nvSpPr>
        <p:spPr>
          <a:xfrm>
            <a:off x="877672" y="3510850"/>
            <a:ext cx="914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Tag</a:t>
            </a:r>
          </a:p>
        </p:txBody>
      </p:sp>
      <p:pic>
        <p:nvPicPr>
          <p:cNvPr id="36" name="그래픽 35">
            <a:extLst>
              <a:ext uri="{FF2B5EF4-FFF2-40B4-BE49-F238E27FC236}">
                <a16:creationId xmlns:a16="http://schemas.microsoft.com/office/drawing/2014/main" id="{C969F268-0885-40E3-8262-B8B78227C1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0" y="0"/>
            <a:ext cx="3152775" cy="3152775"/>
          </a:xfrm>
          <a:prstGeom prst="rect">
            <a:avLst/>
          </a:prstGeom>
        </p:spPr>
      </p:pic>
      <p:pic>
        <p:nvPicPr>
          <p:cNvPr id="38" name="그래픽 37">
            <a:extLst>
              <a:ext uri="{FF2B5EF4-FFF2-40B4-BE49-F238E27FC236}">
                <a16:creationId xmlns:a16="http://schemas.microsoft.com/office/drawing/2014/main" id="{B3DC6467-5AA8-4BC4-9E11-B432803C1F1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5400000">
            <a:off x="7539038" y="0"/>
            <a:ext cx="3152775" cy="3152775"/>
          </a:xfrm>
          <a:prstGeom prst="rect">
            <a:avLst/>
          </a:prstGeom>
        </p:spPr>
      </p:pic>
      <p:pic>
        <p:nvPicPr>
          <p:cNvPr id="40" name="그래픽 39">
            <a:extLst>
              <a:ext uri="{FF2B5EF4-FFF2-40B4-BE49-F238E27FC236}">
                <a16:creationId xmlns:a16="http://schemas.microsoft.com/office/drawing/2014/main" id="{5B368DF7-2A4F-4337-90E2-6F4AA33AB14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5400000">
            <a:off x="7539038" y="4406900"/>
            <a:ext cx="3152775" cy="3152775"/>
          </a:xfrm>
          <a:prstGeom prst="rect">
            <a:avLst/>
          </a:prstGeom>
        </p:spPr>
      </p:pic>
      <p:pic>
        <p:nvPicPr>
          <p:cNvPr id="42" name="그래픽 41">
            <a:extLst>
              <a:ext uri="{FF2B5EF4-FFF2-40B4-BE49-F238E27FC236}">
                <a16:creationId xmlns:a16="http://schemas.microsoft.com/office/drawing/2014/main" id="{979FB6E4-AFB9-4CD3-9F8C-860185ECF64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5400000">
            <a:off x="0" y="4403213"/>
            <a:ext cx="3152775" cy="3152775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F5B72B75-324F-4548-86FE-C4F113938E70}"/>
              </a:ext>
            </a:extLst>
          </p:cNvPr>
          <p:cNvSpPr txBox="1"/>
          <p:nvPr/>
        </p:nvSpPr>
        <p:spPr>
          <a:xfrm>
            <a:off x="1199768" y="2838967"/>
            <a:ext cx="16325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US" altLang="ko-KR" sz="1000" i="1" dirty="0">
              <a:solidFill>
                <a:schemeClr val="bg1">
                  <a:lumMod val="75000"/>
                </a:schemeClr>
              </a:solidFill>
            </a:endParaRPr>
          </a:p>
          <a:p>
            <a:pPr algn="r"/>
            <a:r>
              <a:rPr lang="en-US" altLang="ko-KR" sz="1000" i="1" dirty="0">
                <a:solidFill>
                  <a:schemeClr val="bg1">
                    <a:lumMod val="75000"/>
                  </a:schemeClr>
                </a:solidFill>
              </a:rPr>
              <a:t>36h11 ID:1</a:t>
            </a:r>
            <a:endParaRPr lang="ko-KR" altLang="en-US" sz="1000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6807360-3CAC-47C7-BC1A-08508C89ACB6}"/>
              </a:ext>
            </a:extLst>
          </p:cNvPr>
          <p:cNvSpPr txBox="1"/>
          <p:nvPr/>
        </p:nvSpPr>
        <p:spPr>
          <a:xfrm>
            <a:off x="7860425" y="2837735"/>
            <a:ext cx="16325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000" i="1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altLang="ko-KR" sz="1000" i="1" dirty="0">
                <a:solidFill>
                  <a:schemeClr val="bg1">
                    <a:lumMod val="75000"/>
                  </a:schemeClr>
                </a:solidFill>
              </a:rPr>
              <a:t>36h11 ID:2</a:t>
            </a:r>
            <a:endParaRPr lang="ko-KR" altLang="en-US" sz="1000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30AD67A-51CE-41A6-B288-AD8682F53B5B}"/>
              </a:ext>
            </a:extLst>
          </p:cNvPr>
          <p:cNvSpPr txBox="1"/>
          <p:nvPr/>
        </p:nvSpPr>
        <p:spPr>
          <a:xfrm>
            <a:off x="7858286" y="4321414"/>
            <a:ext cx="16325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i="1" dirty="0">
                <a:solidFill>
                  <a:schemeClr val="bg1">
                    <a:lumMod val="75000"/>
                  </a:schemeClr>
                </a:solidFill>
              </a:rPr>
              <a:t>36h11 ID:3</a:t>
            </a:r>
          </a:p>
          <a:p>
            <a:endParaRPr lang="ko-KR" altLang="en-US" sz="1000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1173DD6-4477-4DE0-B23D-C321399A945E}"/>
              </a:ext>
            </a:extLst>
          </p:cNvPr>
          <p:cNvSpPr txBox="1"/>
          <p:nvPr/>
        </p:nvSpPr>
        <p:spPr>
          <a:xfrm>
            <a:off x="1200747" y="4319156"/>
            <a:ext cx="16325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i="1" dirty="0">
                <a:solidFill>
                  <a:schemeClr val="bg1">
                    <a:lumMod val="75000"/>
                  </a:schemeClr>
                </a:solidFill>
              </a:rPr>
              <a:t>36h11 ID:4</a:t>
            </a:r>
          </a:p>
          <a:p>
            <a:pPr algn="r"/>
            <a:endParaRPr lang="ko-KR" altLang="en-US" sz="1000" i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1372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</TotalTime>
  <Words>22</Words>
  <Application>Microsoft Office PowerPoint</Application>
  <PresentationFormat>사용자 지정</PresentationFormat>
  <Paragraphs>12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3</cp:revision>
  <dcterms:created xsi:type="dcterms:W3CDTF">2025-12-10T02:08:11Z</dcterms:created>
  <dcterms:modified xsi:type="dcterms:W3CDTF">2025-12-10T02:35:37Z</dcterms:modified>
</cp:coreProperties>
</file>